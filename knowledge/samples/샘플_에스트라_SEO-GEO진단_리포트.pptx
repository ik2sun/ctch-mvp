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COVER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DIAGNOSTIC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57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적용하신 SEO는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검색에서 실제로 동작하고 있는가.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www.aestura.com · 대상 페이지 1건 × 점검 항목 21건 × AI 크롤러 13종 × 엔진 5종(ChatGPT · Gemini/AI Overviews · Claude · Perplexity · 네이버) 기준 진단.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어떤 질문에 답변이 되기를 원하는가에 대한 논의.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2244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SUBJECT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22244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데이터 · 크롤러 · 콘텐츠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실작동 진단 + 엔진별 처방 · 질문 설계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5848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95848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항목 21건 · 크롤러 13종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JSON-LD 1블록 · FIX 11건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451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69451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16일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NMG ·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EXECUTIVE 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EXECUTIVE 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스키마는 작동하지만 브랜드를 아는 고객에게만 작동합니다.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비브랜드 탐색 질문에서는 후보군에 들지 못합니다.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2636444" cy="45720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검색용 AI 크롤러 허용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robots.txt 기준 · 학습용 UA는 별도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67964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7964" y="2880360"/>
            <a:ext cx="2636444" cy="45720"/>
          </a:xfrm>
          <a:prstGeom prst="rect">
            <a:avLst/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0844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 없이 읽힌 본문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0844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16,408자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50844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단락 86 · h2 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87288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2880360"/>
            <a:ext cx="2636444" cy="45720"/>
          </a:xfrm>
          <a:prstGeom prst="rect">
            <a:avLst/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0168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데이터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70168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70168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WebPage · Product · FAQPage · HowTo · B…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06611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611" y="2880360"/>
            <a:ext cx="2636444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491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할 항목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89491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89491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2 · MID 5 · LOW 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502920" cy="219456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17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3000" y="4599432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것 · 긍정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93776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검색용 AI 크롤러 6종 전부 허용 · JS 없이 본문 16,408자 · JSON-LD 1블록 취득 · JSON-LD 1블록 · 타입 5종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07738" y="4617720"/>
            <a:ext cx="50292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07738" y="4617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02098" y="4599432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것 · 과제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07738" y="493776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Product「아토베리어365 세라-히알 속수분 앰플」 커머스 필수 필드 누락(HIGH) · &lt;h1&gt;이 페이지 주제와 무관 (2개)(HIGH) · Product「아토베리어365 세라-히알 속수분 앰플」 권장 필드 누락(MID)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66837" y="4617720"/>
            <a:ext cx="502920" cy="219456"/>
          </a:xfrm>
          <a:prstGeom prst="rect">
            <a:avLst/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6837" y="4617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61197" y="4599432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66837" y="493776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스키마에 availability·sku·gtin13·seller 추가 — ChatGPT 커머스 카드 후보 진입 요건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METHODOLOGY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METHODOLOGY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측정했는가.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크롤러가 보는 방식(JavaScript 미실행, HTML만)으로 페이지를 가져와 점검했습니다. 판정은 확인된 데이터만 기재하고, 확인 불가 항목은 별도로 표기합니다.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https://www.aestura.com/web/product/view.do?prdSeq=1131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2026-09-16 16:04 KST · HTTP 200 · HTML 321KB · 836ms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 미실행 원본 HTML 기준 (SSR 여부 판정)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robots.txt를 UA 13종별로 경로 단위 판정. 검색용·실시간 fetch·학습용을 분리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JSON-LD 전 블록 파싱 → Product·FAQPage·Organization·Article 필드 단위 검증, 지원 종료 타입 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 값(가격·리뷰·평점·FAQ)이 화면 텍스트에 존재하는지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 · h1 · h2 · description · canonical · lang · robots 지시자 · hreflang · alt · OG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정의문 패턴 · 질문형 헤딩 · 180~700자 자기완결 단락 · 수치 문장 · 날짜 신호 (휴리스틱)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파일·등록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llms.txt · llms-full.txt · sitemap.xml · 네이버 서치어드바이저 인증 메타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2468880"/>
            <a:ext cx="4053535" cy="356616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못한 항목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926080"/>
            <a:ext cx="36877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IP·CDN(WAF) 단위 크롤러 차단 여부 — 서버 로그가 필요합니다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사이트 전체 title 중복·스키마 적용률·페이지 간 격차 — 단일 페이지 진단으로는 판정하지 않습니다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구조화 데이터 가격·리뷰 수와 실제 판매 채널(커머스몰) 값의 일치 여부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엔진 실측(비브랜드 질문 × 엔진 질의 → 언급·순위·인용 URL) — 본 문서의 질문 설계를 바탕으로 다음 단계에서 수행합니다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단일 시점 진단 — robots.txt·스키마·본문은 배포에 따라 바뀌므로 개선 후 동일 기준 재측정이 필요합니다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DIAGNOSIS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DIAGNOSIS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스키마는 작동하지만 브랜드를 아는 고객에게만 작동합니다.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페이지의 역할 — 설명의 원천 — 성분·효능을 정확히 설명하는 자리이며 구매 도착지는 커머스몰이 맡는다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10048" cy="32918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63240"/>
            <a:ext cx="502920" cy="219456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25880" y="303580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 페이지를 읽을 수 있는가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29000"/>
          <a:ext cx="504428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8555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6/6 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— 본문 16,408자 · JSON-LD 1블록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색인 지시자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 지시자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WebPage · Product · FAQPage · HowTo · BreadcrumbList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33008" y="2880360"/>
            <a:ext cx="5410048" cy="329184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5888" y="3063240"/>
            <a:ext cx="566928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5888" y="3063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B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후보군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074256" y="3035808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비브랜드 질문의 후보군에 드는가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15888" y="3429000"/>
            <a:ext cx="50442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인용 후보 단락 20개 · 질문형 헤딩 0개 · 정의문 없음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수치 문장 10개 · 날짜 신호 없음 · FAQ 7문항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Product 누락 필드: offers.priceValidUntil, offers.availability, offers.itemCondition, offers.seller, 식별자(sku·gtin·mpn·productID)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미표시 값: 가격 33000 · 리뷰 수 1047 · 평점 4.8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title: 아토베리어365 세라-히알 속수분 앰플 | AESTURA / h1: ※ MCL (메디컬 카운셀링 라이브) 회원 개인정보 수집 ·동의 (선택) / h2 0개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진단: ChatGPT 미흡 · Gemini · AI Overviews 보통 · Claude 미흡 · Perplexity 보통 · 네이버 AI 브리핑 미흡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가장 큰 차단 요인: 커머스 필드 누락 · 상품 피드 미제출 · 질문형 h2 없음 · Organization sameAs 없음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ENGINE BEHAVIOR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ENGINE BEHAVIOR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엔진마다 보는 데이터가 다릅니다.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조치로 전 엔진이 개선되지 않습니다. 검색 원천과 선호 출처가 다르므로 원인과 처방을 엔진별로 분리합니다.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2743200"/>
                <a:gridCol w="2834640"/>
                <a:gridCol w="3230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(이 페이지에서 확인된 것)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후보군 진입을 막는 요인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Product에 가격은 있으나 재고·식별자·판매자가 없고 가격이 화면에 없다.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커머스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상품 피드 미제출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offers.availability·sku·gtin13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OpenAI 상품 피드 제출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AI Overviews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JSON-LD 5종이 있고 FAQ 7문항이 정형화되어 있다. h2가 없어 하위 질의 매칭이 어렵다.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질문형 h2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Organization sameAs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FAQ를 질문형 h2 + 2~3문장 답으로 본문 노출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Organization·sameAs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Brave 인덱스 순위가 곧 인용이다. 전통 SEO 신호(h1·h2·description)가 약하다.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h1이 주제와 무관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제품명 h1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질문형 h2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 성분명 문구는 옮겨 적히기 좋다. 날짜 신호가 없다.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최신성 신호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dateModified 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블로그·유튜브에 고유 문장 확산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AI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Yeti는 허용되나 서치어드바이저 인증 메타가 없고 정의문·질문형 소제목이 없다.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첫 문단 정의문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C-Rank 채널 부재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서치어드바이저 등록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공식 블로그에서 동일 문장 반복 발행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AI CRAWLER ACCESS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AI CRAWLER ACCESS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검색용 AI 크롤러는 전부 들어올 수 있습니다.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robots.txt 확인 · 경로 /web/product/view.do 기준. 검색용 UA 차단은 인용 불가로 직결되고, 학습용 UA 차단은 인용과 무관합니다. 두 판정을 합치지 않습니다.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640080"/>
                <a:gridCol w="4023360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· 실시간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UA가 결정하는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OAI-SearchBot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검색 인덱싱 · 인용 가능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검색 인덱스 = AI Overviews · AI Mode · Gemini grounding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Claude-SearchBot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검색 결과 인덱싱 · 인용 가능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자체 인덱스 구축 · 인용 가능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bingbot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Microsoft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Bing 인덱스 = Copilot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Yeti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검색 색인 = AI 브리핑 · AI 탭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ChatGPT-User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사용자 질의 시 실시간 페이지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Claude-User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사용자 요청 시 실시간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Perplexity-User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사용자 질의 시 실시간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377440"/>
          <a:ext cx="38706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548640"/>
                <a:gridCol w="1310335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학습용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UA가 결정하는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모델 학습 수집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Google-Extended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학습·grounding 옵트아웃 (AI Overviews에는 영향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 모델 학습 수집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Common Crawl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다수 모델 학습 데이터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772400" y="4846320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IP·CDN(WAF) 차단은 서버 로그 없이는 확인할 수 없습니다. Google-Extended 차단은 AI Overviews에 영향이 없으며, nosnippet / max-snippet:0 이 실제 제어 수단입니다.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STRUCTURED DATA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STRUCTURED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5종이 있습니다 — 다만 채워야 할 필드가 남아 있습니다.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JSON-LD 1블록 · 파싱 오류 0건 · WebPage · Product · FAQPage · HowTo · BreadcrumbList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WebPage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 · offers.priceCurrency · brand · image · description · aggregateRating · review · review.author·reviewRati…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offers.priceValidUntil 없음 · offers.availability 없음 · offers.itemCondition 없음 · offers.seller 없음 · 식별자(sku·gtin·mpn·prod…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FAQPage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7문항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HowTo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 사용 방법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2스텝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리치결과 지원 종료(2023-09). AI 답변 소재로는 유지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BreadcrumbList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2377440"/>
            <a:ext cx="3870655" cy="201168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248716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필드 체크 — 아토베리어365 세라-히알 속수분 앰플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278892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2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있음: offers.price, offers.priceCurrency, brand, image, description, aggregateRating, review, review.author·reviewRating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3520440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없음: offers.priceValidUntil, offers.availability, offers.itemCondition, offers.seller, 식별자(sku·gtin·mpn·productID)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0" y="4572000"/>
            <a:ext cx="3870655" cy="1554480"/>
          </a:xfrm>
          <a:prstGeom prst="rect">
            <a:avLst/>
          </a:prstGeom>
          <a:solidFill>
            <a:srgbClr val="FBEAE8"/>
          </a:solidFill>
          <a:ln w="9525">
            <a:solidFill>
              <a:srgbClr val="FBEA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468172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— 구조화 데이터에만 있고 화면에 없는 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4983480"/>
            <a:ext cx="3504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33000 · 리뷰 수 1047 · 평점 4.8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데이터가 다르면 신뢰 신호가 약해지고, 가격·리뷰는 판매 채널과 어긋날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ON-PAGE · CITABILITY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ON-PAGE · CITABILITY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읽히기는 하지만, 단락 단위로 인용되기 좋은 구조는 아닙니다.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 | AESTURA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민감피부엔 강력한 수분홀딩 차세대 세라-히알루론산™ 속수분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※ MCL (메디컬 카운셀링 라이브) 회원 개인정보 수집 ·동의 (선택) | ※ MCL (메디컬 카운셀링 라이브) 회원 광고성 정보 수신여부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canonical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https://www.aestura.com/web/product/view.do?prdSeq=1131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 / header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 / ko · hreflang 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robots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이미지·구조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131 (alt 누락 17) · 리스트 46 · 표 3 · 영상 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파일·등록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llms.txt 없음 · sitemap 있음 · 서치어드바이저 메타 미검출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4053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64815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 (휴리스틱)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정의문 패턴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"X는 Y입니다" 형태의 직접 답변이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헤딩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단락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20개 (180~700자 자기완결 단락)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문장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신호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최신성 가중(Perplexity·Gemini)에서 불리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4343400"/>
            <a:ext cx="4053535" cy="182880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0" y="4434840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단락 — AI가 가장 먼저 읽는 부분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72400" y="4709160"/>
            <a:ext cx="3687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사용중입니다. 처음에 사은품 받아서 사용해보고 마음에들어서 계속 사용하고있어요. 최근 피부에 잔주름이 많이 생기고 건조해서 고민이었는데 제품 사용하고 많이 좋아졌어요. 소량만 발라도 부드럽게 발라지고 잘 스며들어서 피부가 촉촉해서 좋습니다. 사은품도 양이많고 꽤 오래쓸수 있어서 좋아요.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TECHNICAL AUDIT · FIX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TECHNICAL AUDIT · FIX (1/2)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합니다 — HIGH 2 · MID 5 · LOW 4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914400"/>
                <a:gridCol w="2651760"/>
                <a:gridCol w="5150815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 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Product「아토베리어365 세라-히알 속수분 앰플」 커머스 필수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offers.availability, 식별자(sku·gtin·mpn·productID) 없음. 가격·재고·식별자가 없는 페이지는 커머스 데이터 중심 엔진(ChatGPT)에서 "구매 가능한 상품"으로 인식되기 어렵습니다.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Copilot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&lt;h1&gt;이 페이지 주제와 무관 (2개)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h1: "※ MCL (메디컬 카운셀링 라이브) 회원 개인정보 수집 ·동의 (선택)" — 제목(title)의 핵심어가 h1에 없습니다. 제품명·주제를 담은 h1이 본문 상단에 있어야 엔진이 페이지 주제를 확정합니다.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Claude · Perplex…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Product「아토베리어365 세라-히알 속수분 앰플」 권장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offers.priceValidUntil, offers.itemCondition, offers.seller 없음. 평점·리뷰·판매자·가격 유효기간이 있어야 상품 카드 형식 답변에 실립니다.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데이터에만 있고 화면에 없는 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33000 · 리뷰 수 1047 · 평점 4.8. 화면과 구조화 데이터가 다르면 신뢰 신호가 약해지고, 가격·리뷰는 판매 채널과 어긋날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ChatGPT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&lt;h2&gt;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헤딩이 없으면 엔진이 단락을 주제별로 추출하기 어렵습니다. 질문형 h2 아래 2~3문장 직접 답변 구조를 권장합니다.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Perplexity · 네이버 · Claude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헤딩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"○○는 무엇인가", "○○ 어떻게 고르나" 같은 질문형 h2/h3가 없습니다. 하위 질의(query fan-out)와 헤딩이 매칭될 때 그 아래 단락이 인용됩니다.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Perplexity · 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발행일·수정일 신호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Perplexity·Gemini는 최신성을 가중합니다. datePublished/dateModified 또는 &lt;time&gt;을 제공하세요.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· 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종료 타입: HowTo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리치결과 지원 종료(2023-09). AI 답변 소재로는 유지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TECHNICAL AUDIT · FIX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TECHNICAL AUDIT · FIX (2/2)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합니다 (계속)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914400"/>
                <a:gridCol w="2651760"/>
                <a:gridCol w="5150815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 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alt 누락 17/131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내용은 alt가 없으면 AI가 읽지 못합니다.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Claude · Perplex…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llms.txt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검색·AI Overviews에는 영향이 없습니다(공식 입장). 다른 AI 크롤러용 보조 안내로 /llms.txt 제공을 검토하세요. 인용 순위 지표로 쓰지 않습니다.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Claude · 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화면에 정의문 패턴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"X는 Y입니다" 형태의 직접 답변이 초반 1,200자 안에 없습니다. 네이버 AI 브리핑과 AI Overviews 모두 정의문을 우선 인용합니다.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네이버 · 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TECHNICAL AUDIT · PASS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TECHNICAL AUDIT · PASS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되어 있습니다 — 7건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AI 크롤러 6종 전부 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OAI-SearchBot · Googlebot · Claude-SearchBot · PerplexityBot · bingbot · Yeti가 이 경로에 접근할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 없이 본문 16,408자 · JSON-LD 1블록 취득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크롤러가 보는 방식(HTML만)으로도 본문과 구조화 데이터를 읽을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JSON-LD 1블록 · 타입 5종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WebPage, Product, FAQPage, HowTo, BreadcrumbList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7문항 구조화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소재가 정형화되어 있어 비브랜드 질문 설계와 단락 인용에 유리합니다. (Google 리치결과 혜택은 2026-05 종료, AI 추출 소재로는 유효)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&lt;title&gt; 31자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 | AESTURA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사이트맵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https://www.aestura.com/sitemap.xml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후보 단락 20개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180~700자 범위의 자기완결 단락이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874520"/>
            <a:ext cx="3870655" cy="42062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98424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(INFO) — 판정 보류·맥락 항목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0" y="2331720"/>
            <a:ext cx="35048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Organization/Brand 노드 없음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브랜드 엔티티 노드가 이 페이지에 없습니다. 사이트 공통 Organization 스키마가 다른 페이지에 있는지 확인하세요.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hreflang 없음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다국어 사이트라면 언어·지역별 대체 URL을 선언해야 합니다. 단일 언어 사이트면 해당 없음.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네이버 서치어드바이저 인증 메타 미검출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HTML 파일 업로드 등 다른 방식으로 인증했을 수 있습니다. 서치어드바이저에서 사이트 등록·Yeti 수집 상태를 확인하세요.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TWO PATHS · OFFSITE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TWO PATHS · OFFSITE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하나인데, 도달 경로는 둘입니다.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Gemini는 페이지를 직접 읽고(정확하지만 2~3위), Perplexity·네이버는 그 문장을 옮겨 적은 블로그·리뷰 플랫폼을 읽습니다(1순위는 대부분 이 경로). 관건은 어떤 문장을 심을 것인가, 그 문장이 옮겨 적히게 할 것인가입니다.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10048" cy="384048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 A · 상세페이지 직접 인용 (Gemini · AI Overviews)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5410048" cy="310896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50442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상세페이지 첫 단락을 정의문으로 시작하고 스니펫 1을 그대로 배치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FAQ 7문항을 질문형 H2 + 2~3문장 답으로 본문에 노출(스키마와 동일 문장)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성분 함량 표를 HTML 표로 본문에 추가 (스니펫 2)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Product.description·Organization.description에 스니펫 1·5 반영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datePublished/dateModified 표기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5410048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606040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 B · 외부 채널 경유 (Perplexity · 네이버 · ChatGPT)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2990088"/>
            <a:ext cx="5410048" cy="310896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3154680"/>
            <a:ext cx="50442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네이버 공식 블로그에서 스니펫 1·2를 그대로 인용한 성분 설명 글 월 2회 발행(C-Rank 누적)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화해·글로우픽 제품 소개문을 '에스트라 아토베리어365 세라-히알 속수분 앰플'로 브랜드명+제품명 결합 표기 통일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유튜브 성분 설명 영상 설명란에 스니펫 텍스트 첨부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피부과 전문의 인터뷰 보도자료에 스니펫 5 포함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지식iN 전문가 답변에 세라마이드·히알루론산 원리 설명 + 스니펫 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QUESTION DESIGN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QUESTION DESIGN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질문에 답변이 되기를 원하는가.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지어내지 않습니다. 이 페이지의 FAQ·속성·본문 문구에서 뽑은, 사용자가 실제로 입력할 법한 비브랜드 질문입니다. 범용형(카테고리 일반 추천)과 검증형(페이지 고유 조건)을 섞고, 여정 4단계(정보 탐색·대안 비교·솔루션 탐색·구매 결정)에 분산합니다.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822960"/>
                <a:gridCol w="1005840"/>
                <a:gridCol w="46021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비브랜드 질문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여정 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세라마이드와 히알루론산은 뭐가 다르고 왜 같이 쓰나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 장벽이 무너지면 어떤 증상이 나타나고 어떻게 회복하나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세라마이드랑 히알루론산 결합된 속수분 앰플 추천해줘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피부용 수분 앰플 성분 비교 기준이 뭐야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속당김 심한 건성 피부에 바르자마자 수분 채워지는 앰플 있어?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화장품 알레르기 있는 피부에 쓸 수 있는 저자극 앰플은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앰플 바르고 72시간 보습 유지된다는 건 어떤 기준으로 측정하나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임상시험으로 속수분 3배 충전이 입증된 앰플 뭐가 있어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피부과 전문의가 추천하는 민감성 앰플 고르는 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3만원대 민감성 속수분 앰플 중 리뷰 많은 제품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"세라마이드와 결합된 차세대 히알루론산" · additionalProperty "단 5분 만에 속수분 3배 충전, 72시간 지속"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AEO CONTENT DESIGN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AEO CONTENT DESIGN (1/2)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질문형 H2와 첫 100~200자 직접 답변.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질의와 매칭되는 헤딩 아래의 자기완결 단락을 추출합니다. 각 질문에 대해 H2 제목과 정의문으로 시작하는 첫 단락을 설계했습니다. 180~700자 확장 단락의 첫 부분으로 그대로 쓸 수 있습니다.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3291840"/>
                <a:gridCol w="6430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H2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 Answer — 첫 100~200자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세라마이드와 히알루론산은 뭐가 다르고 왜 같이 쓰나?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 장벽이 무너지면 어떤 증상이 나타나고 어떻게 회복하나?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세라마이드랑 히알루론산 결합된 속수분 앰플 추천해줘?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피부용 수분 앰플 성분 비교 기준이 뭐야?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속당김 심한 건성 피부에 바르자마자 수분 채워지는 앰플 있어?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· AEO CONTENT DESIGN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· AEO CONTENT DESIGN (2/2)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질문형 H2와 직접 답변 (계속)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3291840"/>
                <a:gridCol w="6430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H2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 Answer — 첫 100~200자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화장품 알레르기 있는 피부에 쓸 수 있는 저자극 앰플은?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앰플 바르고 72시간 보습 유지된다는 건 어떤 기준으로 측정하나?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임상시험으로 속수분 3배 충전이 입증된 앰플 뭐가 있어?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피부과 전문의가 추천하는 민감성 앰플 고르는 법?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3만원대 민감성 속수분 앰플 중 리뷰 많은 제품?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세라마이드는 피부 장벽의 지질층을 구성해 수분 증발을 막는 성분이고, 히알루론산은 자기 무게의 수백 배 수분을 끌어당겨 각질층에 채우는 성분입니다. 두 성분을 함께 쓰면 '채우기'와 '가두기'가 동시에 일어나 속당김이 빨리 완화됩니다. 세라-히알루론산™은 두 성분을 결합한 독자 원료입니다.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FAQ SNIPPET · SUMMARY 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FAQ SNIPPET · SUMMARY 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하단에 바로 넣는 Q&amp;A 블록과 요약 표.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10048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044288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스니펫 (본문 + FAQPage 스키마 동일 문장)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세라마이드와 히알루론산을 같이 써도 되나요?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네. 히알루론산이 수분을 끌어당기고 세라마이드가 그 수분을 가두는 역할이라 함께 쓰면 보습 지속력이 높아집니다. 순서는 히알루론산(앰플) → 세라마이드(크림)입니다.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속수분 3배 충전은 어떤 기준인가요?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인체적용시험에서 사용 직후 각질층 수분량이 사용 전 대비 3배로 측정된 결과입니다. 측정 조건은 [확인 필요: 시험 기관·n수·측정 시점].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피부도 매일 사용할 수 있나요?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피부 대상 저자극 테스트를 완료했습니다. 처음 사용 시 팔 안쪽에 소량 발라 24시간 반응을 확인한 뒤 얼굴에 사용하세요.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앰플은 스킨케어 단계 중 언제 바르나요?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세안 후 토너 다음, 크림 전에 바릅니다. 물기가 살짝 남은 상태에서 바르면 수분 흡수가 좋아집니다.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72시간 보습 지속은 하루 한 번 바르면 되나요?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72시간은 1회 도포 후 수분량이 기준선 이상으로 유지된 시험 결과입니다. 일상에서는 세안으로 씻겨 나가므로 아침·저녁 사용을 권장합니다.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33008" y="187452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민감성 속수분 앰플 비교 기준</a:t>
            </a:r>
            <a:endParaRPr lang="en-US" sz="10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194560"/>
          <a:ext cx="5410048" cy="914400"/>
        </p:xfrm>
        <a:graphic>
          <a:graphicData uri="http://schemas.openxmlformats.org/drawingml/2006/table">
            <a:tbl>
              <a:tblPr/>
              <a:tblGrid>
                <a:gridCol w="1352512"/>
                <a:gridCol w="1352512"/>
                <a:gridCol w="1352512"/>
                <a:gridCol w="1352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제품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히알루론산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성분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세라-히알루론산™(결합형)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히알루론산 단독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전성분표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속수분 충전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 후 3배 (인체적용시험)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 필요]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임상 자료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보습 지속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 필요]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임상 자료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저자극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 필요]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가격(정가)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33,000원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 필요]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채널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CITABLE SNIPPETS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CITABLE SNIPPETS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그대로 옮겨 적을 문장 5개.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수치·데이터가 든 고유 문장은 직접 인용(Path A)과 외부 경유 인용(Path B) 양쪽에서 작동합니다. [확인 필요] 표기는 실제 값을 채운 뒤 게시합니다. 확인되지 않은 수치를 만들어 넣지 않았습니다.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754880"/>
                <a:gridCol w="2377440"/>
                <a:gridCol w="2194560"/>
                <a:gridCol w="1310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Citable Snippet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심을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에스트라 아토베리어365 세라-히알 속수분 앰플은 세라마이드와 히알루론산을 결합한 독자 원료 '세라-히알루론산™'을 적용해, 인체적용시험에서 사용 5분 후 각질층 수분량이 3배로 증가하고 72시간 유지되었다.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additionalProperty·FAQ 원문 수치 — 시험 조건은 확인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상세페이지 첫 단락 · Product.description · 보도자료 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Perplexity · 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소듐하이알루로네이트 1,001ppm과 세라마이드 NP, 하이드록시프로필비스팔미타마이드 MEA 210ppm을 함유한다.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전성분 함량 — ChatGPT 후속 질의에서 인용된 수치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성분 섹션 표 + FAQ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 필요: 피부과 전문의 공동 개발 여부] 민감성 피부 대상 저자극 테스트를 완료했다.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인증 표기 — 기관명 확인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섹션 · Product.hasCertification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 [확인 필요: 1,047 vs 2,800] 건 · 평점 4.8 (aestura.com 기준, 2026-09)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aggregateRating — 판매 채널 값과 불일치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표시 + aggregateRating 정합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에스트라는 아모레퍼시픽의 더마 브랜드로 Derma Lab에서 기초 연구 논문 약 470건·특허 약 240건을 보유한다.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자산 — 사용자 입력/브랜드 페이지 확인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Organization.description · About 페이지 첫 단락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Claude · 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· ENTITY MAPPING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· ENTITY MAPPING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그래프에서 브랜드를 카테고리에 묶는 키워드 매핑.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Gemini·AI Overviews는 엔티티 인식에 크게 의존합니다. 브랜드·제품·기술명을 핵심 키워드와 연결하고 sameAs로 외부 엔티티에 묶습니다.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194560"/>
                <a:gridCol w="2011680"/>
                <a:gridCol w="2011680"/>
                <a:gridCol w="1767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엔티티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키워드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키워드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sameAs 후보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 표현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에스트라(AESTURA)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더마 코스메틱 브랜드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피부 장벽 · 더마 브랜드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아모레퍼시픽 · Derma Lab · 메디뷰티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Wikipedia/Wikidata 항목 · 네이버 브랜드스토어 · 공식 인스타그램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Organization.sameAs · parentOrganization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장벽 케어 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 크림 · 장벽 크림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120시간 보습 · 더마온 캡슐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화해 제품 페이지 · 글로우픽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ProductGroup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세라-히알루론산™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독자 원료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 히알루론산 결합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속수분 · 3배 충전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특허 문서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Product.additionalProperty · material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· SOV TEST PROMPTS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· SOV TEST PROMPTS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엔진에 동일 조건으로 던질 질문 10개.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· Gemini · Perplexity · Claude · 네이버 AI 브리핑. 매 질의는 세션 초기화(로그아웃·시크릿·대화 이력 없음) 상태에서 한 문장만 입력하고, 응답 원문과 인용 URL을 전수 보관합니다.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669280"/>
                <a:gridCol w="4053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프롬프트 (그대로 붙여 넣기)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엔진별 기록 주의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세라마이드와 히알루론산은 뭐가 다르고 왜 같이 쓰나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네이버는 통합검색창에 입력하고 AI 브리핑 트리거 여부를 먼저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 장벽이 무너지면 어떤 증상이 나타나고 어떻게 회복하나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ChatGPT는 쇼핑 카드(가격·리뷰수·판매처) 형식 여부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세라마이드랑 히알루론산 결합된 속수분 앰플 추천해줘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Perplexity는 출처 20개를 전수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민감성 피부용 수분 앰플 성분 비교 기준이 뭐야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네이버는 통합검색창에 입력하고 AI 브리핑 트리거 여부를 먼저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속당김 심한 건성 피부에 바르자마자 수분 채워지는 앰플 있어?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ChatGPT는 쇼핑 카드(가격·리뷰수·판매처) 형식 여부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화장품 알레르기 있는 피부에 쓸 수 있는 저자극 앰플은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Perplexity는 출처 20개를 전수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앰플 바르고 72시간 보습 유지된다는 건 어떤 기준으로 측정하나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네이버는 통합검색창에 입력하고 AI 브리핑 트리거 여부를 먼저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솔루션 탐색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임상시험으로 속수분 3배 충전이 입증된 앰플 뭐가 있어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ChatGPT는 쇼핑 카드(가격·리뷰수·판매처) 형식 여부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피부과 전문의가 추천하는 민감성 앰플 고르는 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Perplexity는 출처 20개를 전수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3만원대 민감성 속수분 앰플 중 리뷰 많은 제품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네이버는 통합검색창에 입력하고 AI 브리핑 트리거 여부를 먼저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· SOV RECORD CHECKLIST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· SOV RECORD CHECKLIST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때 반드시 기록하는 5가지.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498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371600"/>
                <a:gridCol w="41148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방법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언급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본문에 브랜드명 또는 제품명이 등장하면 '언급', 아니면 '미언급'. 제품명만 등장하고 브랜드명이 없으면 '집계 외 실질 노출'로 별도 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언급 / 미언급 / 제품명만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1순위 추천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목록의 첫 번째 위치면 1, 아니면 순위 숫자. 목록형이 아니면 서술 순서 기준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2 · 3 · 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URL 직접 인용 비중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응답에 표기된 인용 URL 중 자사 도메인 수 / 전체 인용 수. 인용을 산출하지 않는 엔진(ChatGPT·Claude)은 '미산출'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1/20 (5%) · 미산출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채널 인용 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URL을 유형별로 분류(블로그·영상·리뷰 플랫폼·커뮤니티·미디어·커머스·학술). 자사 문구가 외부 채널을 거쳐 등장했는지(Path B) 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blog.naver.com 3 · youtube 2 · 화해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경쟁사 동시 호명 양상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응답에 등장한 경쟁 브랜드와 그 순위. 등록 경쟁사 외에 실제로 자리를 차지한 브랜드를 추가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A사 1위 · B사 2위 · 자사 4위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321040" y="1874520"/>
            <a:ext cx="3322015" cy="42062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198424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지표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03920" y="2286000"/>
            <a:ext cx="29562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언급 점유율 = 언급 응답 / 총 응답 (10 × 5 = 50)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1순위 추천 수 (엔진별 분리)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자사 도메인 인용 비중 = 자사 URL / 전체 인용 (Perplexity·Gemini 기준)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인용 경로 판정: 직접(Path A) vs 외부 경유(Path B)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경쟁사 동시 호명 · 우위/미언급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질문 단계별(정보 탐색·대안 비교·솔루션 탐색·구매 결정) 언급률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단일 회차 수치는 성과 지표로 쓰지 않고, 동일 조건 재측정으로 추세를 봅니다. 네이버는 글로벌 엔진과 합산하지 않습니다. 브랜드명 없이 제품명만 등장한 응답은 별도 표기합니다.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· DECISION TREE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· DECISION TREE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노출이 미흡하면 어디부터 고치는가.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차단·SEO 부재인지, 콘텐츠 인용 적합도 부족인지, 엔티티·외부 채널 부재인지를 순서대로 가릅니다. 각 단계에 이 페이지의 현재 판정을 적었습니다.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108960"/>
                <a:gridCol w="2926080"/>
                <a:gridCol w="2926080"/>
                <a:gridCol w="15846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질문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페이지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미충족 시 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충족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크롤러(OAI-SearchBot·Googlebot·Claude-SearchBot·PerplexityBot·Yeti)와 색인 지시자가 열려 있는가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— 6/6 허용, noindex·nosnippet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robots.txt·CDN 차단 해제, 지시자 제거 후 재측정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 없이 본문·JSON-LD가 노출되는가(SSR)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— 본문 16,408자, JSON-LD 1블록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SSR/프리렌더 적용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title·h1·h2·description이 페이지 주제를 확정하는가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미충족 — h1이 약관 모달, h2 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제품명 h1, 질문형 h2 도입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데이터가 완결되고 화면과 일치하는가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— Product 커머스 필드 누락, 가격·리뷰 화면 미표시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 보완 또는 커머스몰 위임, 값 화면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정의문·질문형 헤딩·자기완결 단락·수치·날짜가 있는가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— 후보 단락 20개, 정의문·질문형 헤딩·날짜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AEO 콘텐츠 설계(모듈 1) 적용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6단계로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엔티티(sameAs)·외부 채널에 자사 문장이 옮겨 적혀 있는가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미충족 — Organization 노드 없음, 실측 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Two Paths 실행안(모듈 2) 적용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실측으로 SOV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· JSON-LD PROPOSAL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· JSON-LD PROPOSAL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커머스(Product) 기준 구조화 데이터 제안.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931920" cy="42062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84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근거와 적용 메모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Product·offers·aggregateRating이 있고 상품 상세 URL 구조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[확인 필요] 플레이스홀더 6곳을 채운 뒤 Rich Results Test로 검증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가격·리뷰 값은 화면에도 표시하거나 커머스몰 URL로 위임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HowTo는 리치결과 종료로 신규 추가하지 않음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6888175" cy="420624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65960"/>
            <a:ext cx="6613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type="application/ld+json"&gt;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"@context": "https://schema.org",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"@graph": [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"@type": "Organization", "@id": "https://www.aestura.com/#org", "name": "AESTURA", "url": "https://www.aestura.com/", "sameAs": ["[확인 필요: Wikipedia]", "[확인 필요: 인스타그램]"] },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"@type": "Product", "@id": "https://www.aestura.com/web/product/view.do?prdSeq=1131#product", "name": "아토베리어365 세라-히알 속수분 앰플", "brand": { "@id": "https://www.aestura.com/#org" }, "sku": "[확인 필요]", "gtin13": "[확인 필요]", "offers": { "@type": "Offer", "price": "33000", "priceCurrency": "KRW", "availability": "https://schema.org/InStock", "priceValidUntil": "[확인 필요: YYYY-MM-DD]", "seller": { "@id": "https://www.aestura.com/#org" } }, "aggregateRating": { "@type": "AggregateRating", "ratingValue": "4.8", "reviewCount": "1047" } },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"@type": "FAQPage", "@id": "https://www.aestura.com/web/product/view.do?prdSeq=1131#faq", "mainEntity": [ { "@type": "Question", "name": "세라마이드와 히알루론산을 같이 써도 되나요?", "acceptedAnswer": { "@type": "Answer", "text": "네. …" } } ]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7A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· PRIORITY ACTIONS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· PRIORITY ACTIONS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할 것부터.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3291840"/>
                <a:gridCol w="5242255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 스키마에 availability·sku·gtin13·seller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커머스 카드 후보 진입 요건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제품명 h1 + 질문형 h2 구조로 본문 재편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query fan-out 단위 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Perplexity · 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가격·리뷰 수를 화면에도 표시하거나 커머스몰로 위임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· ChatGPT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단락에 정의문 + dateModified 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정의문 우선 인용·최신성 가중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· 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Organization·sameAs로 엔티티 연결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Knowledge Graph 인식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· RE-INTERPRETATION · LIMITS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· RE-INTERPRETATION · LIMITS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 전략은 분리되지 않습니다.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결과만 놓고 보면 "콘텐츠·제품 경쟁력이 부족하다"는 결론에 이르기 쉽습니다. 실제로는 측정 영역이 사이트의 자산과 맞지 않았을 수 있습니다. 자동 측정은 주어진 질문에 답할 뿐, 어떤 질문을 물어야 하는지는 판단하지 않습니다.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10048" cy="352044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재해석 — 이 사이트의 자산은 무엇인가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9528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사이트의 자산은 제품이 아니라 피부 과학 지식이다. 성분·증상 질문에서 답하는 실험이 다음 대상이다.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2606040"/>
            <a:ext cx="5410048" cy="35204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608" y="274320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진단의 한계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3108960"/>
            <a:ext cx="49528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단일 페이지·단일 시점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엔진 실측 미수행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판매 채널 가격 대조 미수행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브랜드 정보는 페이지에서 추정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수치 일부는 [확인 필요] 플레이스홀더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IP·CDN(WAF) 단위 크롤러 차단 여부 — 서버 로그가 필요합니다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사이트 전체 title 중복·스키마 적용률·페이지 간 격차 — 단일 페이지 진단으로는 판정하지 않습니다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구조화 데이터 가격·리뷰 수와 실제 판매 채널(커머스몰) 값의 일치 여부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아모레퍼시픽 에스트라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· NEXT STEPS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· NEXT 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측정에서 실행까지.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92608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문서의 비브랜드 질문 10개를 ChatGPT · Gemini · Perplexity · Claude · 네이버 AI 브리핑에 세션 초기화 상태로 질의해 언급 여부 · 순위 · 인용 URL을 전수 기록합니다 (별첨 엑셀 02·08 시트 템플릿).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370332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점유율 · 1순위 · 자사 도메인 인용 비중 · 경쟁사 동시 호명을 엔진별로 분리 집계하고, 인용 도달 경로(직접 vs 외부 경유)를 판정합니다.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448056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2건부터 반영 — 크롤러·렌더링·스키마 정합성 → 단락 구조 · 질문형 헤딩 · 날짜 → 외부 채널에 고유 문장 심기.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재측정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525780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질문 · 동일 엔진 · 동일 기준으로 반복 측정해 추세로 판정합니다. 단일 회차 수치는 성과 지표로 쓰지 않습니다.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NMG · test · 2026년 9월 16일 · www.aestura.com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NMG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아모레퍼시픽 에스트라 SEO·AEO·GEO 진단 리포트</dc:title>
  <dc:subject>https://www.aestura.com/web/product/view.do?prdSeq=1131</dc:subject>
  <dc:creator>NMG · test</dc:creator>
  <cp:lastModifiedBy>NMG · test</cp:lastModifiedBy>
  <cp:revision>1</cp:revision>
  <dcterms:created xsi:type="dcterms:W3CDTF">2026-09-16T07:04:26Z</dcterms:created>
  <dcterms:modified xsi:type="dcterms:W3CDTF">2026-09-16T07:04:26Z</dcterms:modified>
</cp:coreProperties>
</file>