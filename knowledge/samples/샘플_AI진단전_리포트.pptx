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COVER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DIAGNOSTIC 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572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적용하신 SEO는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검색에서 실제로 동작하고 있는가.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www.aestura.com · 대상 페이지 1건 × 점검 항목 21건 × AI 크롤러 13종 × 엔진 5종(ChatGPT · Gemini/AI Overviews · Claude · Perplexity · 네이버) 기준 진단.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어떤 질문에 답변이 되기를 원하는가에 대한 논의.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74920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5504688"/>
            <a:ext cx="2590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2244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SUBJECT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22244" y="5504688"/>
            <a:ext cx="2590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데이터 · 크롤러 · 콘텐츠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실작동 진단 + 엔진별 처방 · 질문 설계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5848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95848" y="5504688"/>
            <a:ext cx="2590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항목 21건 · 크롤러 13종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JSON-LD 1블록 · FIX 11건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451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DELIVERED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869451" y="5504688"/>
            <a:ext cx="25907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9월 16일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NMG · test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EXECUTIVE SUMMARY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EXECUTIVE 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기반은 갖춰져 있으나, 후보군 진입을 막는 결함이 남아 있습니다.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2건이 특정 엔진의 인용 가능성과 직접 연결됩니다.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636444" cy="141732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2636444" cy="45720"/>
          </a:xfrm>
          <a:prstGeom prst="rect">
            <a:avLst/>
          </a:prstGeom>
          <a:solidFill>
            <a:srgbClr val="128A6B"/>
          </a:solidFill>
          <a:ln w="12700">
            <a:solidFill>
              <a:srgbClr val="128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44952"/>
            <a:ext cx="2270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검색용 AI 크롤러 허용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319272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robots.txt 기준 · 학습용 UA는 별도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67964" y="2880360"/>
            <a:ext cx="2636444" cy="141732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7964" y="2880360"/>
            <a:ext cx="2636444" cy="45720"/>
          </a:xfrm>
          <a:prstGeom prst="rect">
            <a:avLst/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0844" y="3044952"/>
            <a:ext cx="2270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 없이 읽힌 본문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50844" y="3319272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16,408자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550844" y="388620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단락 86 · h2 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87288" y="2880360"/>
            <a:ext cx="2636444" cy="141732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7288" y="2880360"/>
            <a:ext cx="2636444" cy="45720"/>
          </a:xfrm>
          <a:prstGeom prst="rect">
            <a:avLst/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0168" y="3044952"/>
            <a:ext cx="2270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데이터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70168" y="3319272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70168" y="388620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WebPage · Product · FAQPage · HowTo · B…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06611" y="2880360"/>
            <a:ext cx="2636444" cy="141732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611" y="2880360"/>
            <a:ext cx="2636444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491" y="3044952"/>
            <a:ext cx="2270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고쳐야 할 항목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89491" y="3319272"/>
            <a:ext cx="22706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11건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89491" y="3886200"/>
            <a:ext cx="227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2 · MID 5 · LOW 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502920" cy="219456"/>
          </a:xfrm>
          <a:prstGeom prst="rect">
            <a:avLst/>
          </a:prstGeom>
          <a:solidFill>
            <a:srgbClr val="128A6B"/>
          </a:solidFill>
          <a:ln w="12700">
            <a:solidFill>
              <a:srgbClr val="128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617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3000" y="4599432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것 · 긍정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93776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검색용 AI 크롤러 6종 전부 허용 · JS 없이 본문 16,408자 · JSON-LD 1블록 취득 · JSON-LD 1블록 · 타입 5종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07738" y="4617720"/>
            <a:ext cx="50292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07738" y="4617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FIX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02098" y="4599432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확인된 것 · 과제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07738" y="493776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Product「아토베리어365 세라-히알 속수분 앰플」 커머스 필수 필드 누락(HIGH) · &lt;h1&gt;이 페이지 주제와 무관 (2개)(HIGH) · Product「아토베리어365 세라-히알 속수분 앰플」 권장 필드 누락(MID)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66837" y="4617720"/>
            <a:ext cx="502920" cy="219456"/>
          </a:xfrm>
          <a:prstGeom prst="rect">
            <a:avLst/>
          </a:prstGeom>
          <a:solidFill>
            <a:srgbClr val="15181E"/>
          </a:solidFill>
          <a:ln w="12700">
            <a:solidFill>
              <a:srgbClr val="1518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66837" y="4617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661197" y="4599432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방향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66837" y="4937760"/>
            <a:ext cx="35762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진단을 실행하면 엔진별 처방과 우선 액션이 여기에 들어갑니다.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METHODOLOGY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METHODOLOGY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측정했는가.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크롤러가 보는 방식(JavaScript 미실행, HTML만)으로 페이지를 가져와 점검했습니다. 판정은 확인된 데이터만 기재하고, 확인 불가 항목은 별도로 표기합니다.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설계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https://www.aestura.com/web/product/view.do?prdSeq=1131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2026-09-16 16:04 KST · HTTP 200 · HTML 321KB · 836ms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렌더링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 미실행 원본 HTML 기준 (SSR 여부 판정)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크롤러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robots.txt를 UA 13종별로 경로 단위 판정. 검색용·실시간 fetch·학습용을 분리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JSON-LD 전 블록 파싱 → Product·FAQPage·Organization·Article 필드 단위 검증, 지원 종료 타입 표기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데이터 값(가격·리뷰·평점·FAQ)이 화면 텍스트에 존재하는지 대조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 · h1 · h2 · description · canonical · lang · robots 지시자 · hreflang · alt · OG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정의문 패턴 · 질문형 헤딩 · 180~700자 자기완결 단락 · 수치 문장 · 날짜 신호 (휴리스틱)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파일·등록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llms.txt · llms-full.txt · sitemap.xml · 네이버 서치어드바이저 인증 메타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2468880"/>
            <a:ext cx="4053535" cy="356616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못한 항목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0" y="2926080"/>
            <a:ext cx="368777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IP·CDN(WAF) 단위 크롤러 차단 여부 — 서버 로그가 필요합니다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사이트 전체 title 중복·스키마 적용률·페이지 간 격차 — 단일 페이지 진단으로는 판정하지 않습니다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구조화 데이터 가격·리뷰 수와 실제 판매 채널(커머스몰) 값의 일치 여부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엔진 실측(비브랜드 질문 × 엔진 질의 → 언급·순위·인용 URL) — 본 문서의 질문 설계를 바탕으로 다음 단계에서 수행합니다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단일 시점 진단 — robots.txt·스키마·본문은 배포에 따라 바뀌므로 개선 후 동일 기준 재측정이 필요합니다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DIAGNOSIS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DIAGNOSIS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기반은 갖춰져 있으나, 후보군 진입을 막는 결함이 남아 있습니다.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2건이 특정 엔진의 인용 가능성과 직접 연결됩니다.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10048" cy="329184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63240"/>
            <a:ext cx="502920" cy="219456"/>
          </a:xfrm>
          <a:prstGeom prst="rect">
            <a:avLst/>
          </a:prstGeom>
          <a:solidFill>
            <a:srgbClr val="128A6B"/>
          </a:solidFill>
          <a:ln w="12700">
            <a:solidFill>
              <a:srgbClr val="128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25880" y="3035808"/>
            <a:ext cx="449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 페이지를 읽을 수 있는가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29000"/>
          <a:ext cx="504428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8555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크롤러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검색용 6/6 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렌더링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— 본문 16,408자 · JSON-LD 1블록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색인 지시자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 지시자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데이터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WebPage · Product · FAQPage · HowTo · BreadcrumbList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233008" y="2880360"/>
            <a:ext cx="5410048" cy="329184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15888" y="3063240"/>
            <a:ext cx="566928" cy="219456"/>
          </a:xfrm>
          <a:prstGeom prst="rect">
            <a:avLst/>
          </a:prstGeom>
          <a:solidFill>
            <a:srgbClr val="EEF0FE"/>
          </a:solidFill>
          <a:ln w="12700">
            <a:solidFill>
              <a:srgbClr val="EEF0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5888" y="30632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0B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후보군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074256" y="3035808"/>
            <a:ext cx="440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비브랜드 질문의 후보군에 드는가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15888" y="3429000"/>
            <a:ext cx="50442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인용 후보 단락 20개 · 질문형 헤딩 0개 · 정의문 없음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수치 문장 10개 · 날짜 신호 없음 · FAQ 7문항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Product 누락 필드: offers.priceValidUntil, offers.availability, offers.itemCondition, offers.seller, 식별자(sku·gtin·mpn·productID)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 미표시 값: 가격 33000 · 리뷰 수 1047 · 평점 4.8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title: 아토베리어365 세라-히알 속수분 앰플 | AESTURA / h1: ※ MCL (메디컬 카운셀링 라이브) 회원 개인정보 수집 ·동의 (선택) / h2 0개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진단 미실행 — 엔진별 판정은 화면에서 AI 진단 실행 후 재출력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ENGINE BEHAVIOR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ENGINE BEHAVIOR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엔진마다 보는 데이터가 다릅니다.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조치로 전 엔진이 개선되지 않습니다. 검색 원천과 선호 출처가 다르므로 원인과 처방을 엔진별로 분리합니다.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2743200"/>
                <a:gridCol w="2834640"/>
                <a:gridCol w="3230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(이 페이지에서 확인된 것)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후보군 진입을 막는 요인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진단 미실행. 화면에서 'AI 진단 실행' 후 다시 내려받으면 엔진별 판정이 채워집니다.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AI CRAWLER ACCESS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AI CRAWLER ACCESS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검색용 AI 크롤러는 전부 들어올 수 있습니다.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robots.txt 확인 · 경로 /web/product/view.do 기준. 검색용 UA 차단은 인용 불가로 직결되고, 학습용 UA 차단은 인용과 무관합니다. 두 판정을 합치지 않습니다.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640080"/>
                <a:gridCol w="4023360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검색용 · 실시간 fetch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UA가 결정하는 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OAI-SearchBot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검색 인덱싱 · 인용 가능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검색 인덱스 = AI Overviews · AI Mode · Gemini grounding 원천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Claude-SearchBot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검색 결과 인덱싱 · 인용 가능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 자체 인덱스 구축 · 인용 가능 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bingbot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Microsoft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Bing 인덱스 = Copilot 원천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Yeti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검색 색인 = AI 브리핑 · AI 탭 원천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ChatGPT-User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사용자 질의 시 실시간 페이지 fetch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Claude-User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사용자 요청 시 실시간 fetch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Perplexity-User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 사용자 질의 시 실시간 fetch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377440"/>
          <a:ext cx="387065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548640"/>
                <a:gridCol w="1310335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학습용 (인용과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UA가 결정하는 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GPTBot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모델 학습 수집 (인용과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Google-Extended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학습·grounding 옵트아웃 (AI Overviews에는 영향 없음)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 모델 학습 수집 (인용과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CCBot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Common Crawl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다수 모델 학습 데이터 (인용과 무관)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772400" y="4846320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IP·CDN(WAF) 차단은 서버 로그 없이는 확인할 수 없습니다. Google-Extended 차단은 AI Overviews에 영향이 없으며, nosnippet / max-snippet:0 이 실제 제어 수단입니다.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STRUCTURED DATA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STRUCTURED DATA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5종이 있습니다 — 다만 채워야 할 필드가 남아 있습니다.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JSON-LD 1블록 · 파싱 오류 0건 · WebPage · Product · FAQPage · HowTo · BreadcrumbList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WebPage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offers.price · offers.priceCurrency · brand · image · description · aggregateRating · review · review.author·reviewRati…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offers.priceValidUntil 없음 · offers.availability 없음 · offers.itemCondition 없음 · offers.seller 없음 · 식별자(sku·gtin·mpn·prod…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FAQPage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7문항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HowTo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 사용 방법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2스텝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리치결과 지원 종료(2023-09). AI 답변 소재로는 유지 가능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BreadcrumbList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772400" y="2377440"/>
            <a:ext cx="3870655" cy="201168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248716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필드 체크 — 아토베리어365 세라-히알 속수분 앰플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278892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28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있음: offers.price, offers.priceCurrency, brand, image, description, aggregateRating, review, review.author·reviewRating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55280" y="3520440"/>
            <a:ext cx="3504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없음: offers.priceValidUntil, offers.availability, offers.itemCondition, offers.seller, 식별자(sku·gtin·mpn·productID)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0" y="4572000"/>
            <a:ext cx="3870655" cy="1554480"/>
          </a:xfrm>
          <a:prstGeom prst="rect">
            <a:avLst/>
          </a:prstGeom>
          <a:solidFill>
            <a:srgbClr val="FBEAE8"/>
          </a:solidFill>
          <a:ln w="9525">
            <a:solidFill>
              <a:srgbClr val="FBEA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468172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— 구조화 데이터에만 있고 화면에 없는 값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4983480"/>
            <a:ext cx="35048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33000 · 리뷰 수 1047 · 평점 4.8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화면과 데이터가 다르면 신뢰 신호가 약해지고, 가격·리뷰는 판매 채널과 어긋날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ON-PAGE · CITABILITY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ON-PAGE · CITABILITY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읽히기는 하지만, 단락 단위로 인용되기 좋은 구조는 아닙니다.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766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0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 | AESTURA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민감피부엔 강력한 수분홀딩 차세대 세라-히알루론산™ 속수분 앰플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※ MCL (메디컬 카운셀링 라이브) 회원 개인정보 수집 ·동의 (선택) | ※ MCL (메디컬 카운셀링 라이브) 회원 광고성 정보 수신여부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canonical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https://www.aestura.com/web/product/view.do?prdSeq=1131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 / header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 / ko · hreflang 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robots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이미지·구조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131 (alt 누락 17) · 리스트 46 · 표 3 · 영상 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파일·등록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llms.txt 없음 · sitemap 있음 · 서치어드바이저 메타 미검출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405353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64815"/>
              </a:tblGrid>
              <a:tr h="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 (휴리스틱)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정의문 패턴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— "X는 Y입니다" 형태의 직접 답변이 필요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헤딩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단락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20개 (180~700자 자기완결 단락)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 문장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신호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— 최신성 가중(Perplexity·Gemini)에서 불리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589520" y="4343400"/>
            <a:ext cx="4053535" cy="182880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0" y="4434840"/>
            <a:ext cx="3687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단락 — AI가 가장 먼저 읽는 부분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772400" y="4709160"/>
            <a:ext cx="3687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사용중입니다. 처음에 사은품 받아서 사용해보고 마음에들어서 계속 사용하고있어요. 최근 피부에 잔주름이 많이 생기고 건조해서 고민이었는데 제품 사용하고 많이 좋아졌어요. 소량만 발라도 부드럽게 발라지고 잘 스며들어서 피부가 촉촉해서 좋습니다. 사은품도 양이많고 꽤 오래쓸수 있어서 좋아요.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TECHNICAL AUDIT · FIX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TECHNICAL AUDIT · FIX (1/2)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고쳐야 합니다 — HIGH 2 · MID 5 · LOW 4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914400"/>
                <a:gridCol w="2651760"/>
                <a:gridCol w="5150815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 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Product「아토베리어365 세라-히알 속수분 앰플」 커머스 필수 필드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offers.availability, 식별자(sku·gtin·mpn·productID) 없음. 가격·재고·식별자가 없는 페이지는 커머스 데이터 중심 엔진(ChatGPT)에서 "구매 가능한 상품"으로 인식되기 어렵습니다.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 · Copilot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&lt;h1&gt;이 페이지 주제와 무관 (2개)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h1: "※ MCL (메디컬 카운셀링 라이브) 회원 개인정보 수집 ·동의 (선택)" — 제목(title)의 핵심어가 h1에 없습니다. 제품명·주제를 담은 h1이 본문 상단에 있어야 엔진이 페이지 주제를 확정합니다.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 · Claude · Perplex…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Product「아토베리어365 세라-히알 속수분 앰플」 권장 필드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offers.priceValidUntil, offers.itemCondition, offers.seller 없음. 평점·리뷰·판매자·가격 유효기간이 있어야 상품 카드 형식 답변에 실립니다.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데이터에만 있고 화면에 없는 값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33000 · 리뷰 수 1047 · 평점 4.8. 화면과 구조화 데이터가 다르면 신뢰 신호가 약해지고, 가격·리뷰는 판매 채널과 어긋날 수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ChatGPT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&lt;h2&gt;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섹션 헤딩이 없으면 엔진이 단락을 주제별로 추출하기 어렵습니다. 질문형 h2 아래 2~3문장 직접 답변 구조를 권장합니다.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Perplexity · 네이버 · Claude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헤딩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"○○는 무엇인가", "○○ 어떻게 고르나" 같은 질문형 h2/h3가 없습니다. 하위 질의(query fan-out)와 헤딩이 매칭될 때 그 아래 단락이 인용됩니다.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Perplexity · 네이버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발행일·수정일 신호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Perplexity·Gemini는 최신성을 가중합니다. datePublished/dateModified 또는 &lt;time&gt;을 제공하세요.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 · 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종료 타입: HowTo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리치결과 지원 종료(2023-09). AI 답변 소재로는 유지 가능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TECHNICAL AUDIT · FIX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TECHNICAL AUDIT · FIX (2/2)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고쳐야 합니다 (계속)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48640"/>
                <a:gridCol w="914400"/>
                <a:gridCol w="2651760"/>
                <a:gridCol w="5150815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 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alt 누락 17/131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이미지 내용은 alt가 없으면 AI가 읽지 못합니다.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 · Claude · Perplex…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파일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llms.txt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검색·AI Overviews에는 영향이 없습니다(공식 입장). 다른 AI 크롤러용 보조 안내로 /llms.txt 제공을 검토하세요. 인용 순위 지표로 쓰지 않습니다.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Claude · 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화면에 정의문 패턴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"X는 Y입니다" 형태의 직접 답변이 초반 1,200자 안에 없습니다. 네이버 AI 브리핑과 AI Overviews 모두 정의문을 우선 인용합니다.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네이버 · Perplexity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TECHNICAL AUDIT · PASS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· TECHNICAL AUDIT · PASS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되어 있습니다 — 7건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내용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크롤러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검색용 AI 크롤러 6종 전부 허용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OAI-SearchBot · Googlebot · Claude-SearchBot · PerplexityBot · bingbot · Yeti가 이 경로에 접근할 수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렌더링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 없이 본문 16,408자 · JSON-LD 1블록 취득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크롤러가 보는 방식(HTML만)으로도 본문과 구조화 데이터를 읽을 수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JSON-LD 1블록 · 타입 5종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WebPage, Product, FAQPage, HowTo, BreadcrumbList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FAQ 7문항 구조화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소재가 정형화되어 있어 비브랜드 질문 설계와 단락 인용에 유리합니다. (Google 리치결과 혜택은 2026-05 종료, AI 추출 소재로는 유효)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온페이지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&lt;title&gt; 31자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아토베리어365 세라-히알 속수분 앰플 | AESTURA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사이트맵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https://www.aestura.com/sitemap.xml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적합도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8A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후보 단락 20개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180~700자 범위의 자기완결 단락이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874520"/>
            <a:ext cx="3870655" cy="420624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984248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(INFO) — 판정 보류·맥락 항목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55280" y="2331720"/>
            <a:ext cx="35048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Organization/Brand 노드 없음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브랜드 엔티티 노드가 이 페이지에 없습니다. 사이트 공통 Organization 스키마가 다른 페이지에 있는지 확인하세요.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hreflang 없음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다국어 사이트라면 언어·지역별 대체 URL을 선언해야 합니다. 단일 언어 사이트면 해당 없음.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네이버 서치어드바이저 인증 메타 미검출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HTML 파일 업로드 등 다른 방식으로 인증했을 수 있습니다. 서치어드바이저에서 사이트 등록·Yeti 수집 상태를 확인하세요.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TWO PATHS · OFFSITE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· TWO PATHS · OFFSITE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하나인데, 도달 경로는 둘입니다.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Gemini는 페이지를 직접 읽고(정확하지만 2~3위), Perplexity·네이버는 그 문장을 옮겨 적은 블로그·리뷰 플랫폼을 읽습니다(1순위는 대부분 이 경로). 관건은 어떤 문장을 심을 것인가, 그 문장이 옮겨 적히게 할 것인가입니다.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10048" cy="384048"/>
          </a:xfrm>
          <a:prstGeom prst="rect">
            <a:avLst/>
          </a:prstGeom>
          <a:solidFill>
            <a:srgbClr val="128A6B"/>
          </a:solidFill>
          <a:ln w="12700">
            <a:solidFill>
              <a:srgbClr val="128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 A · 상세페이지 직접 인용 (Gemini · AI Overviews)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5410048" cy="310896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50442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이 페이지에서 인용될 수 있는 소재: 정의문 없음 · 질문형 헤딩 0 · 후보 단락 20 · FAQ 7문항 · 수치 문장 10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처방: 하위 질의(query fan-out) 단위로 답하는 단락 구조(질문형 H2 + 2~3문장 답), 첫 100~200자 직접 답변, Organization·sameAs 엔티티 연결, 스키마 완결, 날짜 표기.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주의: 구조화 데이터에만 있는 값(가격 33000, 리뷰 수 1047, 평점 4.8)은 화면에도 표시해 정합성을 맞춥니다.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2606040"/>
            <a:ext cx="5410048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2606040"/>
            <a:ext cx="504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PATH B · 외부 채널 경유 (Perplexity · 네이버 · ChatGPT)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2990088"/>
            <a:ext cx="5410048" cy="310896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88" y="3154680"/>
            <a:ext cx="50442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AI 진단을 실행하면 이 페이지에 맞는 외부 채널 액션(블로그·리뷰 플랫폼·커뮤니티·네이버 생태계)이 채워집니다.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공통 원칙: 옮겨 적히기 좋은 고유 문장·수치를 페이지에 먼저 심고, 그 문장이 블로그·유튜브·리뷰 플랫폼·지식iN에 그대로 등장하게 합니다.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네이버: Yeti 허용·서치어드바이저 등록 후 C-Rank 누적 채널(공식 블로그)에서 같은 문장을 반복 발행합니다.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QUESTION DESIGN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· QUESTION DESIGN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질문에 답변이 되기를 원하는가.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지어내지 않습니다. 이 페이지의 FAQ·속성·본문 문구에서 뽑은, 사용자가 실제로 입력할 법한 비브랜드 질문입니다. 범용형(카테고리 일반 추천)과 검증형(페이지 고유 조건)을 섞고, 여정 4단계(정보 탐색·대안 비교·솔루션 탐색·구매 결정)에 분산합니다.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822960"/>
                <a:gridCol w="1005840"/>
                <a:gridCol w="46021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비브랜드 질문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여정 단계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 근거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진단 미실행 — 화면에서 AI 진단을 실행하면 질문 10개가 설계됩니다.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· EXECUTION MODULES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· EXECUTION MODULES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진단을 실행하면 추가되는 실행 모듈.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10944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AEO 콘텐츠 구조화 — 여정 4단계 비브랜드 질의 10선, 질문형 H2 + 첫 100~200자 직접 답변, 페이지 하단 FAQ 스니펫과 요약 표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GEO 전략 — Citable Snippet 5선(고유 수치 문장), Two Paths 실행안(Path A 직접 인용 · Path B 외부 경유), 브랜드 엔티티 키워드 매핑 표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SOV 실측 가이드 — 5대 엔진 테스트 프롬프트 세트, 실측 기록 체크리스트 5항목, 노출 미흡 원인 의사결정 트리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업종별 JSON-LD — 커머스/B2B SaaS/기업/아티클/병원·로컬 판정 후 즉시 삽입 가능한 &lt;script type="application/ld+json"&gt; 블록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'AI 진단 실행' 후 다시 내려받으면 위 모듈이 슬라이드와 별첨 시트(10~13)로 채워집니다.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· PRIORITY ACTIONS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· PRIORITY ACTIONS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할 것부터.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3291840"/>
                <a:gridCol w="5242255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81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Product「아토베리어365 세라-히알 속수분 앰플」 커머스 필수 필드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offers.availability, 식별자(sku·gtin·mpn·productID) 없음. 가격·재고·식별자가 없는 페이지는 커머스 데이터 중심 엔진(ChatGPT)에서 "구매 가능한 상품"으로 인식되기 어렵습니다.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 · Copilot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&lt;h1&gt;이 페이지 주제와 무관 (2개)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h1: "※ MCL (메디컬 카운셀링 라이브) 회원 개인정보 수집 ·동의 (선택)" — 제목(title)의 핵심어가 h1에 없습니다. 제품명·주제를 담은 h1이 본문 상단에 있어야 엔진이 페이지 주제를 확정합니다.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 · Claude · Perplex…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Product「아토베리어365 세라-히알 속수분 앰플」 권장 필드 누락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offers.priceValidUntil, offers.itemCondition, offers.seller 없음. 평점·리뷰·판매자·가격 유효기간이 있어야 상품 카드 형식 답변에 실립니다.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· 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구조화 데이터에만 있고 화면에 없는 값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33000 · 리뷰 수 1047 · 평점 4.8. 화면과 구조화 데이터가 다르면 신뢰 신호가 약해지고, 가격·리뷰는 판매 채널과 어긋날 수 있습니다.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ChatGPT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&lt;h2&gt;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섹션 헤딩이 없으면 엔진이 단락을 주제별로 추출하기 어렵습니다. 질문형 h2 아래 2~3문장 직접 답변 구조를 권장합니다.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Perplexity · 네이버 · Claude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질문형 헤딩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"○○는 무엇인가", "○○ 어떻게 고르나" 같은 질문형 h2/h3가 없습니다. 하위 질의(query fan-out)와 헤딩이 매칭될 때 그 아래 단락이 인용됩니다.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 · Perplexity · 네이버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690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발행일·수정일 신호 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Perplexity·Gemini는 최신성을 가중합니다. datePublished/dateModified 또는 &lt;time&gt;을 제공하세요.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Perplexity · 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18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종료 타입: HowTo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B40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Google 리치결과 지원 종료(2023-09). AI 답변 소재로는 유지 가능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67C8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Gemini·AIO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· RE-INTERPRETATION · LIMITS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E6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· RE-INTERPRETATION · LIMITS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518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측정과 전략은 분리되지 않습니다.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6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결과만 놓고 보면 "콘텐츠·제품 경쟁력이 부족하다"는 결론에 이르기 쉽습니다. 실제로는 측정 영역이 사이트의 자산과 맞지 않았을 수 있습니다. 자동 측정은 주어진 질문에 답할 뿐, 어떤 질문을 물어야 하는지는 판단하지 않습니다.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10048" cy="352044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4320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재해석 — 이 사이트의 자산은 무엇인가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49528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진단을 실행하면 이 페이지·사이트의 실제 자산(연구·전문가 콘텐츠·인증·데이터)과 그 자산이 답할 수 있는 질문 영역, 다음 실험 대상이 정리됩니다.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2606040"/>
            <a:ext cx="5410048" cy="3520440"/>
          </a:xfrm>
          <a:prstGeom prst="rect">
            <a:avLst/>
          </a:prstGeom>
          <a:solidFill>
            <a:srgbClr val="F6F6F4"/>
          </a:solidFill>
          <a:ln w="9525">
            <a:solidFill>
              <a:srgbClr val="F6F6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1608" y="2743200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진단의 한계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1608" y="3108960"/>
            <a:ext cx="495284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IP·CDN(WAF) 단위 크롤러 차단 여부 — 서버 로그가 필요합니다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사이트 전체 title 중복·스키마 적용률·페이지 간 격차 — 단일 페이지 진단으로는 판정하지 않습니다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구조화 데이터 가격·리뷰 수와 실제 판매 채널(커머스몰) 값의 일치 여부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AI 엔진 실측(비브랜드 질문 × 엔진 질의 → 언급·순위·인용 URL) — 본 문서의 질문 설계를 바탕으로 다음 단계에서 수행합니다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B40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단일 시점 진단 — robots.txt·스키마·본문은 배포에 따라 바뀌므로 개선 후 동일 기준 재측정이 필요합니다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AESTURA · SEO · AEO · GEO REPORT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· NEXT STEPS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48640" y="603504"/>
            <a:ext cx="1109441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· NEXT STEPS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측정에서 실행까지.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92608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문서의 비브랜드 질문 10개를 ChatGPT · Gemini · Perplexity · Claude · 네이버 AI 브리핑에 세션 초기화 상태로 질의해 언급 여부 · 순위 · 인용 URL을 전수 기록합니다 (별첨 엑셀 02·08 시트 템플릿).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370332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 점유율 · 1순위 · 자사 도메인 인용 비중 · 경쟁사 동시 호명을 엔진별로 분리 집계하고, 인용 도달 경로(직접 vs 외부 경유)를 판정합니다.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448056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2건부터 반영 — 크롤러·렌더링·스키마 정합성 → 단락 구조 · 질문형 헤딩 · 날짜 → 외부 채널에 고유 문장 심기.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재측정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5257800"/>
            <a:ext cx="91741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질문 · 동일 엔진 · 동일 기준으로 반복 측정해 추세로 판정합니다. 단일 회차 수치는 성과 지표로 쓰지 않습니다.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6126480"/>
            <a:ext cx="1109441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C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NMG · test · 2026년 9월 16일 · www.aestura.com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NMG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AESTURA SEO·AEO·GEO 진단 리포트</dc:title>
  <dc:subject>https://www.aestura.com/web/product/view.do?prdSeq=1131</dc:subject>
  <dc:creator>NMG · test</dc:creator>
  <cp:lastModifiedBy>NMG · test</cp:lastModifiedBy>
  <cp:revision>1</cp:revision>
  <dcterms:created xsi:type="dcterms:W3CDTF">2026-09-16T07:04:26Z</dcterms:created>
  <dcterms:modified xsi:type="dcterms:W3CDTF">2026-09-16T07:04:26Z</dcterms:modified>
</cp:coreProperties>
</file>